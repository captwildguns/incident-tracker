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minutes, every Friday. Purpose: work the Incidents Launch Plan to GA on Nov 25,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short standing meeting. Today is mostly the demo; plan review is homework.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Credibility anchor. Say this early. Not showing the driver tablet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Working prototype, simulated data. It is the design spec, and a demo we can show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terms before the demo: response path, step, approval, automatic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steps from the system. Step 4 holds the path until an administrator signs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INC-2025-0059. Switch student in the demo: banner, severity, and workflow all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Coordinator sees one step at a time. Approval steps ask for sign-off, not completion.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 feedback ask: do these steps match district policy?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captwildguns.github.io/incident-tracker. Five beats, about 15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incidents-vnext.staging.student-transportation.tylerapp.com briefly. Two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plan only. Ask everyone to review their workstream before Aug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three questions. Capture answers on the board, not in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